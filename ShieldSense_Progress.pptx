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1143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645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474720"/>
            <a:ext cx="1371600" cy="16687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31520"/>
            <a:ext cx="1097280" cy="10972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⛑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Shield-Sense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Safety Construction Helmet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Project Progress Report  |  ESP32 + Firebase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Real-time Environmental Monitoring for Construction &amp; Mining Safety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393192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helmets only provide physical protection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monitoring of surrounding environment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unaware of gas leaks, heat stress, or falls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emergency response costs lives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206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420624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097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OUR SOLUTION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600200"/>
            <a:ext cx="40233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microcontroller with 3 IoT sensors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gas, temperature, humidity &amp; fall detection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RTDB + Firestore for real-time data &amp; logs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for operators to monitor workers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Shield-Sense  |  Smart Safety Helmet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Hardware Components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73152" cy="1691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88720"/>
            <a:ext cx="640080" cy="6400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430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11612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ESP32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463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</a:rPr>
              <a:t>Main Microcontroller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" y="170992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WiFi-enabled brain of the system. Reads all sensors every 3s and pushes data to Firebase.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0515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51560"/>
            <a:ext cx="73152" cy="1691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188720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1430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577840" y="11612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MQ-2 Gas Sensor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77840" y="1463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Gas Detection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77840" y="170992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LPG, smoke &amp; CO. Requires 5V from MT3608 boost converter for heater element accuracy.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71800"/>
            <a:ext cx="73152" cy="1691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10896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0632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M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43000" y="30815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MPU6050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33832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</a:rPr>
              <a:t>Fall Detection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43000" y="36301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3-axis accelerometer measuring G-force. Communicates via I2C on GPIO21/22.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29718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971800"/>
            <a:ext cx="73152" cy="1691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3108960"/>
            <a:ext cx="640080" cy="640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0632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D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577840" y="30815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DHT11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77840" y="33832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Temp &amp; Humidity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77840" y="36301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ambient temperature (alert &gt;45C) and humidity (alert &gt;85%) on GPIO4.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4572000"/>
            <a:ext cx="859536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5720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Estimated Total Cost:  INR 1,610 - 2,450  (includes power supply, boost converter &amp; helmet base)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Shield-Sense  |  Smart Safety Helmet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Wiring &amp; Connections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65176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058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MQ-2 Gas Sensor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353312"/>
            <a:ext cx="13258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1353312"/>
            <a:ext cx="13258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13533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VCC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27632" y="13533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</a:rPr>
              <a:t>VIN (5V)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1700784"/>
            <a:ext cx="1325880" cy="347472"/>
          </a:xfrm>
          <a:prstGeom prst="rect">
            <a:avLst/>
          </a:prstGeom>
          <a:solidFill>
            <a:srgbClr val="162D4A"/>
          </a:solidFill>
          <a:ln w="12700">
            <a:solidFill>
              <a:srgbClr val="162D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54480" y="1700784"/>
            <a:ext cx="1325880" cy="347472"/>
          </a:xfrm>
          <a:prstGeom prst="rect">
            <a:avLst/>
          </a:prstGeom>
          <a:solidFill>
            <a:srgbClr val="162D4A"/>
          </a:solidFill>
          <a:ln w="12700">
            <a:solidFill>
              <a:srgbClr val="162D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" y="170078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GND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27632" y="170078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</a:rPr>
              <a:t>GND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2048256"/>
            <a:ext cx="13258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2048256"/>
            <a:ext cx="13258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" y="204825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AO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27632" y="204825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</a:rPr>
              <a:t>GPIO34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46120" y="1005840"/>
            <a:ext cx="265176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10058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DHT11 Sensor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46120" y="1353312"/>
            <a:ext cx="13258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1353312"/>
            <a:ext cx="13258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13533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VCC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45152" y="13533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</a:rPr>
              <a:t>3.3V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1700784"/>
            <a:ext cx="1325880" cy="347472"/>
          </a:xfrm>
          <a:prstGeom prst="rect">
            <a:avLst/>
          </a:prstGeom>
          <a:solidFill>
            <a:srgbClr val="162D4A"/>
          </a:solidFill>
          <a:ln w="12700">
            <a:solidFill>
              <a:srgbClr val="162D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1700784"/>
            <a:ext cx="1325880" cy="347472"/>
          </a:xfrm>
          <a:prstGeom prst="rect">
            <a:avLst/>
          </a:prstGeom>
          <a:solidFill>
            <a:srgbClr val="162D4A"/>
          </a:solidFill>
          <a:ln w="12700">
            <a:solidFill>
              <a:srgbClr val="162D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9272" y="170078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GND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45152" y="170078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</a:rPr>
              <a:t>GND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46120" y="2048256"/>
            <a:ext cx="13258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2048256"/>
            <a:ext cx="13258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9272" y="204825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DATA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45152" y="204825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</a:rPr>
              <a:t>GPIO4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63640" y="1005840"/>
            <a:ext cx="265176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10058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MPU6050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63640" y="1353312"/>
            <a:ext cx="13258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89520" y="1353312"/>
            <a:ext cx="13258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36792" y="13533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VCC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662672" y="13533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</a:rPr>
              <a:t>3.3V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63640" y="1700784"/>
            <a:ext cx="1325880" cy="347472"/>
          </a:xfrm>
          <a:prstGeom prst="rect">
            <a:avLst/>
          </a:prstGeom>
          <a:solidFill>
            <a:srgbClr val="162D4A"/>
          </a:solidFill>
          <a:ln w="12700">
            <a:solidFill>
              <a:srgbClr val="162D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89520" y="1700784"/>
            <a:ext cx="1325880" cy="347472"/>
          </a:xfrm>
          <a:prstGeom prst="rect">
            <a:avLst/>
          </a:prstGeom>
          <a:solidFill>
            <a:srgbClr val="162D4A"/>
          </a:solidFill>
          <a:ln w="12700">
            <a:solidFill>
              <a:srgbClr val="162D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36792" y="170078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GND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662672" y="170078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</a:rPr>
              <a:t>GND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63640" y="2048256"/>
            <a:ext cx="13258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89520" y="2048256"/>
            <a:ext cx="13258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36792" y="204825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SDA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62672" y="204825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</a:rPr>
              <a:t>GPIO21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263640" y="2395728"/>
            <a:ext cx="1325880" cy="347472"/>
          </a:xfrm>
          <a:prstGeom prst="rect">
            <a:avLst/>
          </a:prstGeom>
          <a:solidFill>
            <a:srgbClr val="162D4A"/>
          </a:solidFill>
          <a:ln w="12700">
            <a:solidFill>
              <a:srgbClr val="162D4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589520" y="2395728"/>
            <a:ext cx="1325880" cy="347472"/>
          </a:xfrm>
          <a:prstGeom prst="rect">
            <a:avLst/>
          </a:prstGeom>
          <a:solidFill>
            <a:srgbClr val="162D4A"/>
          </a:solidFill>
          <a:ln w="12700">
            <a:solidFill>
              <a:srgbClr val="162D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36792" y="23957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SCL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662672" y="23957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</a:rPr>
              <a:t>GPIO22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28600" y="3063240"/>
            <a:ext cx="868680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3108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</a:rPr>
              <a:t>Power Supply Chain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365760" y="3520440"/>
            <a:ext cx="192024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365760" y="3520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18650 Battery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2286000" y="352044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-&gt;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2514600" y="3520440"/>
            <a:ext cx="19202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2514600" y="3520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TP4056 Charger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434840" y="352044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-&gt;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4663440" y="3520440"/>
            <a:ext cx="192024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4663440" y="3520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MT3608 (5V Boost)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583680" y="352044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-&gt;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6812280" y="3520440"/>
            <a:ext cx="192024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6812280" y="3520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ESP32 VIN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36576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</a:rPr>
              <a:t>Important: All sensor GNDs must share common ground with ESP32 GND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Shield-Sense  |  Smart Safety Helmet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Libraries Used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73152" cy="1143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WiFi.h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99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EA5E9"/>
                </a:solidFill>
              </a:rPr>
              <a:t>Built-in ESP32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8191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WiFi connection of the ESP32 to local network for internet access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90872" y="100584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0872" y="1005840"/>
            <a:ext cx="73152" cy="1143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Firebase_ESP_Client.h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73752" y="1399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97316"/>
                </a:solidFill>
              </a:rPr>
              <a:t>by Mobizt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58191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Firebase library — connects to RTDB and Firestore, handles auth tokens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228600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286000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377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TokenHelper.h / RTDBHelper.h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26791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9E0B"/>
                </a:solidFill>
              </a:rPr>
              <a:t>Firebase addons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286207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utilities bundled with Firebase library for token management and RTDB operations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90872" y="228600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90872" y="2286000"/>
            <a:ext cx="73152" cy="11430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2377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DHT.h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73752" y="26791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2C55E"/>
                </a:solidFill>
              </a:rPr>
              <a:t>by Adafruit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73752" y="286207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temperature and humidity values from the DHT11 sensor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356616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566160"/>
            <a:ext cx="73152" cy="1143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MPU6050.h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1480" y="39593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5CF6"/>
                </a:solidFill>
              </a:rPr>
              <a:t>by Electronic Cats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414223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raw 3-axis acceleration values from MPU6050 over I2C for fall detection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90872" y="356616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90872" y="3566160"/>
            <a:ext cx="73152" cy="11430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3752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Wire.h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73752" y="39593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Built-in Arduino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73752" y="414223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communication protocol library — required for MPU6050 on SDA/SCL pins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Shield-Sense  |  Smart Safety Helmet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Firebase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828800" cy="914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ESP32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Reads Sensors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097280"/>
            <a:ext cx="2194560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097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Firebase RTDB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Live Values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0" y="1097280"/>
            <a:ext cx="2011680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0" y="1097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Web Dashboard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Live Monitoring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926080"/>
            <a:ext cx="182880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2926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Alert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Triggered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2926080"/>
            <a:ext cx="2194560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74720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Firestore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Alert Logs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0" y="2926080"/>
            <a:ext cx="201168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29260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Dashboard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Alert History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03120" y="1371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-&gt; every 3s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0" y="1371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-&gt; live sync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03120" y="3200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-&gt; log alert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0" y="32004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-&gt; history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859536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11480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Project: shield-sense  |  RTDB: asia-southeast1  |  Auth: Email/Password  |  Firestore: (default)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Shield-Sense  |  Smart Safety Helmet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Build Steps — </a:t>
            </a:r>
            <a:r>
              <a:rPr lang="en-US" sz="2800" b="1">
                <a:solidFill>
                  <a:srgbClr val="FFFFFF"/>
                </a:solidFill>
              </a:rPr>
              <a:t>Progress Till Now…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548640" cy="5486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Hardware Assembly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399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DONE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158191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MQ-2, DHT11, MPU6050 on helmet. Wire all sensors to ESP32 per GPIO pin map.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90872" y="100584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28032" y="1143000"/>
            <a:ext cx="548640" cy="5486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1115568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68112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Individual Sensor Testing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68112" y="1399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DONE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68112" y="158191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each sensor with simple Arduino sketches, verify correct readings in Serial Monitor.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3317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468880"/>
            <a:ext cx="548640" cy="5486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41448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Combined ESP32 Code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27249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DONE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290779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sketch reading all 3 sensors every 3s, with fall detection via G-force thresholds.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90872" y="23317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28032" y="2468880"/>
            <a:ext cx="548640" cy="5486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2441448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68112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Firebase Setup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68112" y="27249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DONE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68112" y="290779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Firebase project 'shield-sense', enabled RTDB (asia-southeast1), Firestore and Auth.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" y="36576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79476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767328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05840" y="3749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ESP32 to Firebase Push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05840" y="40507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IN PROGRESS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05840" y="423367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Firebase_ESP_Client library. RTDB live push working. Firestore logs in progress.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90872" y="36576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28032" y="379476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3767328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468112" y="3749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Web Dashboard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68112" y="40507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IN PROGRESS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68112" y="423367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Login, Live Monitoring, and Alert History pages using Firebase JS SDK.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Shield-Sense  |  Smart Safety Helmet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Alert Conditions &amp; Thresholds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868680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9144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MQ-2 Gas Sensor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49040" y="1161288"/>
            <a:ext cx="13716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1612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Gas &gt; 400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57800" y="1161288"/>
            <a:ext cx="146304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11612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Gas &gt; 600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554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'gas_leak_warning' or 'gas_leak_danger' to Firestore alerts collection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2286000"/>
            <a:ext cx="868680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286000"/>
            <a:ext cx="9144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774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DHT11 Temperature &amp; Humidity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49040" y="2395728"/>
            <a:ext cx="13716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23957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Temp &gt; 45C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57800" y="2395728"/>
            <a:ext cx="146304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23957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Humidity &gt; 85%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788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'high_temperature' or 'high_humidity' alert with value to Firestore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8600" y="3520440"/>
            <a:ext cx="868680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3520440"/>
            <a:ext cx="91440" cy="1097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6118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MPU6050 Accelerometer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749040" y="3630168"/>
            <a:ext cx="13716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36301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G-force &gt; 2.5G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57800" y="3630168"/>
            <a:ext cx="146304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3630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G-force &lt; 0.3G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'fall_detected' — spike indicates impact, freefall indicates fall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Shield-Sense  |  Smart Safety Helmet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Applications &amp; Real-World Impact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420624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Construction Sites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workers in real-time for gas leaks, heat stress, and fall accidents on active build sites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90872" y="105156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1051560"/>
            <a:ext cx="420624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051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Mining Operations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73752" y="16002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toxic gases instantly and alert operators before dangerous underground buildup occurs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278892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788920"/>
            <a:ext cx="420624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88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Industrial Plants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" y="33375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safety monitoring in environments with chemical exposure or high fire hazard risk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90872" y="278892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90872" y="2788920"/>
            <a:ext cx="420624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2788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Emergency Response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73752" y="33375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Firefighters and rescue teams tracked for falls, freefall incidents, and hazardous air quality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Shield-Sense  |  Smart Safety Helmet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Current Limitations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06240" cy="11155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73152" cy="11155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WiFi Dependency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3560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stable WiFi — no offline mode. If signal drops, data stops being logged to Firebase.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90872" y="1005840"/>
            <a:ext cx="4206240" cy="11155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1005840"/>
            <a:ext cx="73152" cy="11155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Battery Life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752" y="143560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18650 cell provides limited runtime. Continuous WiFi and sensors drain battery faster.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267712"/>
            <a:ext cx="4206240" cy="11155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267712"/>
            <a:ext cx="73152" cy="11155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3591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DHT11 Accuracy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269748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 has +/-2C and +/-5% humidity tolerance. Not suitable for ultra-precise measurements.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90872" y="2267712"/>
            <a:ext cx="4206240" cy="11155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90872" y="2267712"/>
            <a:ext cx="73152" cy="11155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3591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MQ-2 Warmup Time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752" y="269748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needs 2-3 minutes warmup before reliable readings — early values may be inaccurate.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3529584"/>
            <a:ext cx="4206240" cy="11155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3529584"/>
            <a:ext cx="73152" cy="11155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6210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Fall Detection Tuning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395935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G-force threshold may trigger false positives for sudden head movements like nodding or jumping.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90872" y="3529584"/>
            <a:ext cx="4206240" cy="11155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90872" y="3529584"/>
            <a:ext cx="73152" cy="11155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6210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Firebase Security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73752" y="395935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running in test mode with open rules — must be locked down before real deployment.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Shield-Sense  |  Smart Safety Helmet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Next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8686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73152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06424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8813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124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Fix Firestore Logging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0" y="11247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Firebase Auth for Firestore using email/password — testing createDocument with user credentials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1810512"/>
            <a:ext cx="8686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1810512"/>
            <a:ext cx="73152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865376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8470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1883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Build Web Dashboard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31920" y="188366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 frontend with Firebase SDK — Login, Live Monitoring, and Alert History pages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2569464"/>
            <a:ext cx="8686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569464"/>
            <a:ext cx="73152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24328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6060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26426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Tune Fall Detection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31920" y="264261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G-force thresholds to reduce false positives from normal head movements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8600" y="3328416"/>
            <a:ext cx="8686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3328416"/>
            <a:ext cx="73152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383280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36499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3401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Battery Optimization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31920" y="340156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deep sleep between readings to significantly extend battery life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8600" y="4087368"/>
            <a:ext cx="8686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4087368"/>
            <a:ext cx="73152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142232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12394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84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Secure Firebase Rules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931920" y="41605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down RTDB and Firestore rules so only authenticated users can read and write data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Shield-Sense  |  Smart Safety Helmet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1920" y="457200"/>
            <a:ext cx="1280160" cy="12801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0" y="4572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SS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Shield-Sense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EA5E9"/>
                </a:solidFill>
              </a:rPr>
              <a:t>Smart Safety Construction Helmet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ESP32  .  MQ-2  .  DHT11  .  MPU6050  .  Firebase  .  IoT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3794760"/>
            <a:ext cx="274320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3794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Thank You!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985</Words>
  <Application>Microsoft Office PowerPoint</Application>
  <PresentationFormat>On-screen Show (16:9)</PresentationFormat>
  <Paragraphs>207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Shield-Sense: Smart Safety Helmet</dc:title>
  <dc:subject>PptxGenJS Presentation</dc:subject>
  <dc:creator>PptxGenJS</dc:creator>
  <cp:lastModifiedBy>Atharva Patil</cp:lastModifiedBy>
  <cp:revision>2</cp:revision>
  <dcterms:created xsi:type="dcterms:W3CDTF">2026-02-26T14:13:10Z</dcterms:created>
  <dcterms:modified xsi:type="dcterms:W3CDTF">2026-02-26T14:18:25Z</dcterms:modified>
</cp:coreProperties>
</file>