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5661600" cy="36576000"/>
  <p:notesSz cx="36576000" cy="35661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720" y="533520"/>
            <a:ext cx="26576280" cy="3659040"/>
          </a:xfrm>
          <a:prstGeom prst="roundRect">
            <a:avLst>
              <a:gd name="adj" fmla="val 1250"/>
            </a:avLst>
          </a:prstGeom>
          <a:solidFill>
            <a:srgbClr val="D9969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05520" y="533520"/>
            <a:ext cx="21547080" cy="365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संप्रेषित-३.o २०२५
</a:t>
            </a:r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कल्पना की उड़ान, कला का संचार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7736920" y="533520"/>
            <a:ext cx="7216560" cy="3570120"/>
          </a:xfrm>
          <a:prstGeom prst="roundRect">
            <a:avLst>
              <a:gd name="adj" fmla="val 1281"/>
            </a:avLst>
          </a:prstGeom>
          <a:solidFill>
            <a:srgbClr val="D9969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919800" y="533520"/>
            <a:ext cx="6850800" cy="357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
</a:t>
            </a:r>
            <a:pPr indent="0" marL="0">
              <a:buNone/>
            </a:pPr>
            <a:r>
              <a:rPr lang="en-US" sz="3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&amp; EXTC
</a:t>
            </a:r>
            <a:pPr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90720" y="624960"/>
            <a:ext cx="26576280" cy="34761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Shield-Sense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762120" y="4597560"/>
            <a:ext cx="12104640" cy="12004560"/>
          </a:xfrm>
          <a:prstGeom prst="rect">
            <a:avLst/>
          </a:prstGeom>
          <a:solidFill>
            <a:srgbClr val="FDEADA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6440" y="4871880"/>
            <a:ext cx="11556000" cy="1145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HARDWARE USED
</a:t>
            </a:r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(Main Controller)
</a:t>
            </a:r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
</a:t>
            </a:r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Temp &amp; Humidity Sensor
</a:t>
            </a:r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(Fall Detection)
</a:t>
            </a:r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 Battery + XL6009 Boost Converter
</a:t>
            </a:r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 + Slide Switch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3084200" y="4373640"/>
            <a:ext cx="11430000" cy="12769920"/>
          </a:xfrm>
          <a:prstGeom prst="rect">
            <a:avLst/>
          </a:prstGeom>
          <a:solidFill>
            <a:srgbClr val="E6E0EC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8520" y="102099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Photo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13541400" y="4830840"/>
            <a:ext cx="10515600" cy="11855520"/>
          </a:xfrm>
          <a:prstGeom prst="rect">
            <a:avLst/>
          </a:prstGeom>
          <a:ln w="12700">
            <a:solidFill>
              <a:srgbClr val="BBBBB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4863400" y="4422600"/>
            <a:ext cx="10193400" cy="13624200"/>
          </a:xfrm>
          <a:prstGeom prst="rect">
            <a:avLst/>
          </a:prstGeom>
          <a:solidFill>
            <a:srgbClr val="DCE6F2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37720" y="10686060"/>
            <a:ext cx="964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5320600" y="4879800"/>
            <a:ext cx="9279000" cy="12709800"/>
          </a:xfrm>
          <a:prstGeom prst="rect">
            <a:avLst/>
          </a:prstGeom>
          <a:ln w="12700">
            <a:solidFill>
              <a:srgbClr val="BBBBB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68160" y="16816320"/>
            <a:ext cx="12319200" cy="9068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480" y="17090640"/>
            <a:ext cx="11770560" cy="8519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ESP32-based smart helmet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of: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Gas levels (MQ-2)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Temperature &amp; humidity (DHT11)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Fall detection (MPU6050)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Firebase cloud integration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Live web dashboard for supervisors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Buzzer alert on threshold breach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3296960" y="17446680"/>
            <a:ext cx="11163240" cy="6049800"/>
          </a:xfrm>
          <a:prstGeom prst="rect">
            <a:avLst/>
          </a:prstGeom>
          <a:solidFill>
            <a:srgbClr val="EBF1DE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71280" y="17721000"/>
            <a:ext cx="10614600" cy="5501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ALERT CONDITIONS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Level &gt; 400 → Warning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Level &gt; 600 → Danger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&gt; 45°C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&gt; 85%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via G-force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beeps until danger clears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13274640" y="23725080"/>
            <a:ext cx="11022120" cy="7545600"/>
          </a:xfrm>
          <a:prstGeom prst="rect">
            <a:avLst/>
          </a:prstGeom>
          <a:solidFill>
            <a:srgbClr val="DCE6F2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48960" y="23999400"/>
            <a:ext cx="10473480" cy="6996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TECH STACK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Firmware: Arduino C++ (ESP32)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Firebase RTDB + Firestore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Firebase Email/Password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HTML + CSS + JS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GitHub Pages
</a:t>
            </a:r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atharva-patil9.github.io/shield-sense-dashboard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24796800" y="18316440"/>
            <a:ext cx="10363320" cy="8185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71120" y="18590760"/>
            <a:ext cx="9814680" cy="7636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APPLICATIONS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Industry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Plants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Rescue Operations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Teams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24854040" y="26647920"/>
            <a:ext cx="10202760" cy="8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28360" y="26922240"/>
            <a:ext cx="9654120" cy="8001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WIRING SUMMARY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VCC → XL6009 OUT+ (5V)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/ MPU6050 → ESP32 3.3V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AO → GPIO34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DATA → GPIO4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SDA/SCL → GPIO21/22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→ Battery(+) &amp; Booster IN+
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Buzzer(+) → GPIO2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647640" y="26238240"/>
            <a:ext cx="12109680" cy="8959680"/>
          </a:xfrm>
          <a:prstGeom prst="rect">
            <a:avLst/>
          </a:prstGeom>
          <a:solidFill>
            <a:srgbClr val="FFEFFF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960" y="26512560"/>
            <a:ext cx="11561040" cy="8411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LIMITATIONS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 (WiFi)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dependent (18650 Li-ion)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sensor calibration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requires 5V boost converter
</a:t>
            </a:r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has ±2°C accuracy tolerance</a:t>
            </a:r>
            <a:endParaRPr lang="en-US" sz="3400" dirty="0"/>
          </a:p>
        </p:txBody>
      </p:sp>
      <p:sp>
        <p:nvSpPr>
          <p:cNvPr id="27" name="Shape 25"/>
          <p:cNvSpPr/>
          <p:nvPr/>
        </p:nvSpPr>
        <p:spPr>
          <a:xfrm>
            <a:off x="13296960" y="31551480"/>
            <a:ext cx="5408460" cy="3646440"/>
          </a:xfrm>
          <a:prstGeom prst="rect">
            <a:avLst/>
          </a:prstGeom>
          <a:solidFill>
            <a:srgbClr val="EBF1DE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34120" y="31642920"/>
            <a:ext cx="5179860" cy="3463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ADVANTAGES
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worker safety
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buzzer &amp; dashboard alerts
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accessible anywhere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8888300" y="31551480"/>
            <a:ext cx="5408460" cy="364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5D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79740" y="31642920"/>
            <a:ext cx="5179860" cy="3463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FUTURE IMPROVEMENTS
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GPS tracking
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Multi-helmet support
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offline functionality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2026-03-18T03:11:58Z</dcterms:created>
  <dcterms:modified xsi:type="dcterms:W3CDTF">2026-03-18T03:11:58Z</dcterms:modified>
</cp:coreProperties>
</file>